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725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3FC883E-A80D-CC29-8669-CABBF6ABB8A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F754491B-00B4-0B05-10E5-17151FB65FA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E41633A-7827-AEA3-D801-8CC544A4C9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487AA3-2259-4794-9D7F-67929BB7E094}" type="datetimeFigureOut">
              <a:rPr lang="ru-RU" smtClean="0"/>
              <a:t>06.06.2025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EC09788-92FA-F34A-423F-43145A5C2F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7BDB383-3B3E-042E-FC10-B00FF1C99A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553CCE-3AE8-49DB-8E7D-447591820C9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067802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13C08A1-ED93-6A62-FAEE-06270EC90A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86EA822-2BB4-C5EB-460C-339CA1BC69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DC6F67F-E354-839F-C6D7-5C8432522D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487AA3-2259-4794-9D7F-67929BB7E094}" type="datetimeFigureOut">
              <a:rPr lang="ru-RU" smtClean="0"/>
              <a:t>06.06.2025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96F886E-A498-7BD9-0570-FCDA3110E3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DAE14E6-0EAC-86A7-10FF-16C0A9426D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553CCE-3AE8-49DB-8E7D-447591820C9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205937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01AC041-6D87-2BE3-9371-6D73D325EE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F76A01CF-A41B-6740-330B-0E0A246E35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55D58B7-4B63-243A-79D2-E1B258AB54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487AA3-2259-4794-9D7F-67929BB7E094}" type="datetimeFigureOut">
              <a:rPr lang="ru-RU" smtClean="0"/>
              <a:t>06.06.2025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0270755-AE10-A57D-AE43-8AD5A96FD2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506F569-58E8-5C1E-CAC0-971ABAD7BB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553CCE-3AE8-49DB-8E7D-447591820C9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049448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18F75B0-4FF7-E694-2212-4F7E7BF72B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FC4874B-7E24-F953-60FF-0BB0DC21C5D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CD1E671F-E845-8C64-C574-058013D7691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B2C81655-5F73-CC7B-E8A8-8BE307C956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487AA3-2259-4794-9D7F-67929BB7E094}" type="datetimeFigureOut">
              <a:rPr lang="ru-RU" smtClean="0"/>
              <a:t>06.06.2025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5DADDA9C-95BC-58AD-C04F-3F652EF6FC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3618E382-78B4-48A5-3205-2F573DC7F1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553CCE-3AE8-49DB-8E7D-447591820C9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627587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9C92622-4805-DF4B-B065-DD6955CFCD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9390F11F-65EE-9CBB-6E98-7CCC83AA86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504DDDD7-83F6-D206-7093-BEAB8C6E3BA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66FCC6D8-E93B-C0FD-004F-5AFE4CE197D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F59F80F3-8B5C-B3F7-8611-3CC8EDC315E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FD0BE32E-4679-0BFD-A133-31F4A165A3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487AA3-2259-4794-9D7F-67929BB7E094}" type="datetimeFigureOut">
              <a:rPr lang="ru-RU" smtClean="0"/>
              <a:t>06.06.2025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7FB0107E-891C-9A47-610D-7D5966CFB7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5A3682CA-D794-E350-8460-5B6D9A2464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553CCE-3AE8-49DB-8E7D-447591820C9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841172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89D1CCC-A875-BCA5-9D5E-087B9A280C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53FA3AF7-2DBE-6AD5-845C-07B36FDF63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487AA3-2259-4794-9D7F-67929BB7E094}" type="datetimeFigureOut">
              <a:rPr lang="ru-RU" smtClean="0"/>
              <a:t>06.06.2025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41AC9BF2-C11D-B376-BCC6-0D8BE117A7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EA1E1AB6-F0DC-D504-D2FF-494D613E64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553CCE-3AE8-49DB-8E7D-447591820C9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727582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BE19F0E8-EF96-3FA4-A6EC-F6724429DA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487AA3-2259-4794-9D7F-67929BB7E094}" type="datetimeFigureOut">
              <a:rPr lang="ru-RU" smtClean="0"/>
              <a:t>06.06.2025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D0C9B77C-810F-E626-ACB3-046FC5FDA3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97408980-A471-2F18-4067-4DE54BBE96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553CCE-3AE8-49DB-8E7D-447591820C9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476052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C827CBB-3C71-C311-AF4A-963DDF1765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F666A11-76E2-A239-5B58-08952F3694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CB7C32B5-47E3-049F-4FE7-730A211F267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B88DC573-047E-3C45-5296-548B25A16D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487AA3-2259-4794-9D7F-67929BB7E094}" type="datetimeFigureOut">
              <a:rPr lang="ru-RU" smtClean="0"/>
              <a:t>06.06.2025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459C761A-02AD-020B-93D0-6F892AF441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54C81768-8A07-1575-2CDD-E7A22CADD1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553CCE-3AE8-49DB-8E7D-447591820C9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564485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91949DE-7B6E-715D-742C-C13A68CA93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2F45862B-F611-A4EA-6ADE-D7757DC838C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8C50B8EB-0369-6284-BFAE-B7ACA296E4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36909B91-F039-910C-DEBD-28058766D7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487AA3-2259-4794-9D7F-67929BB7E094}" type="datetimeFigureOut">
              <a:rPr lang="ru-RU" smtClean="0"/>
              <a:t>06.06.2025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D1C87287-2BFC-604D-7BC3-88A7825273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F323DD20-0B92-3841-10CA-1AC2135213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553CCE-3AE8-49DB-8E7D-447591820C9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752713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052A607-1C9D-76A1-98C5-92DDFB758A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09A80C38-CCEE-2824-C267-A0AA4AF1069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C2913C5-0FC9-6468-39ED-9FC6020ADE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487AA3-2259-4794-9D7F-67929BB7E094}" type="datetimeFigureOut">
              <a:rPr lang="ru-RU" smtClean="0"/>
              <a:t>06.06.2025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54E2EFA-85A3-9101-0C35-B56CE94BD4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C3062CE-90FC-6228-24E3-FB44F8802F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553CCE-3AE8-49DB-8E7D-447591820C9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76896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692AB257-5B9A-FBCF-0E58-149EE323F1F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F56CA520-8B8B-D49A-6030-0994132054B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7460DA3-DB79-F5C8-19D7-31E7B6A289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487AA3-2259-4794-9D7F-67929BB7E094}" type="datetimeFigureOut">
              <a:rPr lang="ru-RU" smtClean="0"/>
              <a:t>06.06.2025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ADD7DA7-F595-6568-E100-80FC6C6AC4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BEEC105-217D-8016-C76F-8EE4FDFFD7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553CCE-3AE8-49DB-8E7D-447591820C9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769831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B1949AC-6351-AB30-42F1-A06D4B19DD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048156C2-A0CA-7CDF-5D43-BD4FBF84F1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E40BC96-B37A-E148-1909-CB4ECE2687E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E487AA3-2259-4794-9D7F-67929BB7E094}" type="datetimeFigureOut">
              <a:rPr lang="ru-RU" smtClean="0"/>
              <a:t>06.06.2025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26A69D2-2FEC-B824-B204-F0C1EE8451C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1A6BFEE-35C0-1938-B614-02471175975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E553CCE-3AE8-49DB-8E7D-447591820C9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963691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9E19328C-9D2D-60FE-4574-DAF097E738E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56026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BE20D060-E446-DA75-AFBF-0DC5D880264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89274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5EE64969-2096-1F6D-81B8-49DD75D9CF6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7216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65E20AA4-3546-B1F6-8F11-B705352A485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01930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8C2A9FD0-AFED-D5C5-9100-F712CCD6C61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67897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47C5CFC6-5226-9191-E7D5-72B8169525D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39124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902F7A16-7C49-5D2C-2508-026A7E999CC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91599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04651E31-6855-B83E-134A-AAD7F8B466F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15324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293F2D87-F85B-41BD-5CC7-C0D43654486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167475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3123DCB9-81C3-69C8-7B7C-21BF49B20FB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2741955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0</Words>
  <Application>Microsoft Office PowerPoint</Application>
  <PresentationFormat>Широкоэкранный</PresentationFormat>
  <Paragraphs>0</Paragraphs>
  <Slides>10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Александра Ильницкая</dc:creator>
  <cp:lastModifiedBy>Александра Ильницкая</cp:lastModifiedBy>
  <cp:revision>1</cp:revision>
  <dcterms:created xsi:type="dcterms:W3CDTF">2025-06-06T08:44:48Z</dcterms:created>
  <dcterms:modified xsi:type="dcterms:W3CDTF">2025-06-06T08:47:52Z</dcterms:modified>
</cp:coreProperties>
</file>